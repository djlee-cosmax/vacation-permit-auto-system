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맑은 고딕"/>
              </a:rPr>
              <a:t>COSMAX · 생산3팀 파우더 성형실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맑은 고딕"/>
              </a:rPr>
              <a:t>휴가증 자동 반영 프로그램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5156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777777"/>
                </a:solidFill>
                <a:latin typeface="맑은 고딕"/>
              </a:rPr>
              <a:t>현장 작업자 안내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182880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5156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맑은 고딕"/>
              </a:rPr>
              <a:t>본인 휴대폰으로 직접 휴가증을 작성하세요.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맑은 고딕"/>
              </a:rPr>
              <a:t>발행: 2026-05-28  ·  개정: 2026-08-26  ·  담당: 이동준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어떻게 바뀌나요?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167" y="1554480"/>
            <a:ext cx="5303520" cy="393192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047" y="1828800"/>
            <a:ext cx="4937759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777777"/>
                </a:solidFill>
                <a:latin typeface="맑은 고딕"/>
              </a:rPr>
              <a:t>❌  이전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2651760"/>
            <a:ext cx="4937759" cy="2743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• 종이 휴가증 작성
• 휴가증함에 제출
• 담당자가 매일 수거
• 서무가 일일이 입력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554480"/>
            <a:ext cx="5303520" cy="393192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828800"/>
            <a:ext cx="4937759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맑은 고딕"/>
              </a:rPr>
              <a:t>✓  새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2651760"/>
            <a:ext cx="4937759" cy="2743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맑은 고딕"/>
              </a:rPr>
              <a:t>• 본인 휴대폰으로 사이트 접속
• 본인 휴가증 직접 작성
• 클라우드에 자동 저장
• 서무가 한 번에 자동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" y="5760720"/>
            <a:ext cx="10881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  <a:latin typeface="맑은 고딕"/>
              </a:rPr>
              <a:t>→ 작성자는 그대로 본인. 종이 대신 휴대폰으로!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· 생산3팀 파우더 성형실    |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1. 접속 &amp; 로그인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5167" y="1371600"/>
            <a:ext cx="10881360" cy="8229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167" y="1371600"/>
            <a:ext cx="10881360" cy="8229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700" b="1">
                <a:solidFill>
                  <a:srgbClr val="C8102E"/>
                </a:solidFill>
                <a:latin typeface="맑은 고딕"/>
              </a:rPr>
              <a:t>https://djlee-cosmax.github.io/Vacation-Permit-Auto-System/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" y="2560320"/>
            <a:ext cx="3444240" cy="237744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2743200"/>
            <a:ext cx="344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  <a:latin typeface="맑은 고딕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566160"/>
            <a:ext cx="3444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휴대폰으로 접속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4114800"/>
            <a:ext cx="3444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777777"/>
                </a:solidFill>
                <a:latin typeface="맑은 고딕"/>
              </a:rPr>
              <a:t>Safari / Chrome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727" y="2560320"/>
            <a:ext cx="3444240" cy="237744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727" y="2743200"/>
            <a:ext cx="344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  <a:latin typeface="맑은 고딕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727" y="3566160"/>
            <a:ext cx="3444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사번 + 1234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3727" y="4114800"/>
            <a:ext cx="3444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777777"/>
                </a:solidFill>
                <a:latin typeface="맑은 고딕"/>
              </a:rPr>
              <a:t>초기 비밀번호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287" y="2560320"/>
            <a:ext cx="3444240" cy="237744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287" y="2743200"/>
            <a:ext cx="344424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3600" b="1">
                <a:solidFill>
                  <a:srgbClr val="C8102E"/>
                </a:solidFill>
                <a:latin typeface="맑은 고딕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287" y="3566160"/>
            <a:ext cx="344424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맑은 고딕"/>
              </a:rPr>
              <a:t>로그인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287" y="4114800"/>
            <a:ext cx="344424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777777"/>
                </a:solidFill>
                <a:latin typeface="맑은 고딕"/>
              </a:rPr>
              <a:t>→ 메인 화면 진입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167" y="5074920"/>
            <a:ext cx="10881360" cy="123444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487" y="5166360"/>
            <a:ext cx="10332720" cy="1051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A30D24"/>
                </a:solidFill>
                <a:latin typeface="맑은 고딕"/>
              </a:rPr>
              <a:t>⚠️ 첫 로그인 후 [내 정보] → [비밀번호 변경] → 새 비밀번호(숫자 6~10자리)
⏱ 10분 동안 조작이 없으면 자동 로그아웃됩니다 — 다시 로그인하면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· 생산3팀 파우더 성형실    |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2. 홈 화면에 추가하기 (권장)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167" y="1280160"/>
            <a:ext cx="108813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맑은 고딕"/>
              </a:rPr>
              <a:t>휴대폰 홈 화면에 추가하면 일반 앱처럼 아이콘 한 번에 실행됩니다.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2103120"/>
            <a:ext cx="5303520" cy="347472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2286000"/>
            <a:ext cx="4937759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맑은 고딕"/>
              </a:rPr>
              <a:t>📱 iOS (Safari)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3017520"/>
            <a:ext cx="4937759" cy="2468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① 사이트 접속
② 하단 가운데 공유 버튼 ⬆️ 탭
③ "홈 화면에 추가" 선택
④ 우상단 "추가" 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103120"/>
            <a:ext cx="5303520" cy="347472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5887" y="2286000"/>
            <a:ext cx="4937759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C8102E"/>
                </a:solidFill>
                <a:latin typeface="맑은 고딕"/>
              </a:rPr>
              <a:t>🤖 Android (Chrome)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887" y="3017520"/>
            <a:ext cx="4937759" cy="2468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맑은 고딕"/>
              </a:rPr>
              <a:t>① 사이트 접속
② 우상단 ⋮ (점 세 개) 탭
③ "홈 화면에 추가" 선택
④ "설치" 또는 "추가"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576072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5760720"/>
            <a:ext cx="1051560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A30D24"/>
                </a:solidFill>
                <a:latin typeface="맑은 고딕"/>
              </a:rPr>
              <a:t>💡 추가 후 아이콘 탭 → 풀스크린 앱으로 실행 / 새로고침은 상단 ↻ 아이콘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· 생산3팀 파우더 성형실    |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3. 휴가증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167" y="137160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왼쪽 [휴가증 작성] 카드에서: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167" y="1920240"/>
            <a:ext cx="3657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맑은 고딕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2367" y="192024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구분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15487" y="1920240"/>
            <a:ext cx="2926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연차, 반차, 생휴 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560320"/>
            <a:ext cx="3657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맑은 고딕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256032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개수 + 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5487" y="2560320"/>
            <a:ext cx="2926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예: 연차 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" y="3200400"/>
            <a:ext cx="3657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2367" y="3200400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사유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5487" y="3200400"/>
            <a:ext cx="2926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휴가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3840479"/>
            <a:ext cx="3657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맑은 고딕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3840479"/>
            <a:ext cx="20116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[+ 추가]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5487" y="3840479"/>
            <a:ext cx="29260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클라우드 자동 저장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" y="4617720"/>
            <a:ext cx="5486400" cy="160020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047" y="4736592"/>
            <a:ext cx="512064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• 이름·연락처는 자동 채움 (수정 불가)
• 여러 유형은 휴가증 따로 작성 (예: 연차+반차 = 2건)
• 같은 날짜 합계 1일 초과 시 등록 차단
• 잔여보다 많이 신청하면 작성 차단
• 서무가 처리 완료한 휴가증은 재등록 불가
• 하기휴가는 1개 = 연속 3일 — 종료일 자동, 한 장으로 작성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137160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맑은 고딕"/>
              </a:rPr>
              <a:t>휴가 유형: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327" y="1920240"/>
            <a:ext cx="5029200" cy="502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0207" y="192024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0607" y="192024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1개당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7327" y="242316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0207" y="242316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연차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0607" y="242316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1.0일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07327" y="2926080"/>
            <a:ext cx="50292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207" y="292608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반차(오전/오후)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0607" y="292608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0.5일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7327" y="342900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0207" y="342900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반반차(오전/오후)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0607" y="342900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0.25일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07327" y="3931920"/>
            <a:ext cx="50292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0207" y="393192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생휴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0607" y="393192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1.0일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7327" y="443484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0207" y="443484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하기휴가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0607" y="443484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3.0일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7327" y="4937760"/>
            <a:ext cx="502920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0207" y="4937760"/>
            <a:ext cx="30175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결근(전/오전/오후)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0607" y="4937760"/>
            <a:ext cx="1645920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1.0/0.5일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· 생산3팀 파우더 성형실    |  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4. 내 휴가증 확인 &amp;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167" y="1280160"/>
            <a:ext cx="5486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맑은 고딕"/>
              </a:rPr>
              <a:t>내 휴가증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82880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1965960"/>
            <a:ext cx="5120640" cy="20116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맑은 고딕"/>
              </a:rPr>
              <a:t>① 상단 [내 휴가증] 클릭
② 서무가 등록 완료한 본인 휴가증이
   바로 표시됩니다.
   (✓ 처리 완료 표시, 최근 14일)
③ 위쪽에 내 잔여 휴가(개수)도 함께 표시
   연차 · 생휴 · 하기휴가(5~10월)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4343400"/>
            <a:ext cx="5486400" cy="1143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4434840"/>
            <a:ext cx="5120640" cy="960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⚠️ 잘못 작성 시
작성 직후 우측 카드의 [삭제]로 즉시 취소.
서무 처리 후엔 별도 요청 필요.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28016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맑은 고딕"/>
              </a:rPr>
              <a:t>자주 묻는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Q. 비밀번호 분실?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210312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→ 서무에게 초기화 요청
     (관리자 처리 후 1234로 로그인)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651760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Q. 잔여가 부족하다고 나옴?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297180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→ [내 휴가증] 상단에서 남은 개수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520439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Q. 사번 등록 안 됨?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0207" y="3840479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→ 관리자(이동준)에게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4389120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Q. 화면이 옛 디자인?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0207" y="470916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→ 상단 ↻ 아이콘 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5257800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맑은 고딕"/>
              </a:rPr>
              <a:t>Q. 서버 저장 실패?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5577840"/>
            <a:ext cx="4846320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→ 인터넷 확인 후 재작성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5214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맑은 고딕"/>
              </a:rPr>
              <a:t>COSMAX · 생산3팀 파우더 성형실    |  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