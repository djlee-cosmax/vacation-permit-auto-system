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2026-05-22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11480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그룹웨어에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41148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사이트 접속하기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9418320" cy="109728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20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휴대폰 브라우저(Safari / Chrome)에서 위 주소로 접속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114800"/>
            <a:ext cx="10332720" cy="182880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297680"/>
            <a:ext cx="98755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A30D24"/>
                </a:solidFill>
                <a:latin typeface="맑은 고딕"/>
              </a:rPr>
              <a:t>💡 휴대폰 홈 화면에 추가하면 앱처럼 사용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46320"/>
            <a:ext cx="9875520" cy="10058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• iOS Safari: 하단 공유 버튼 → "홈 화면에 추가"
• Android Chrome: 우상단 ⋮ → "홈 화면에 추가"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로그인하기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657600" cy="32004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365760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42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맑은 고딕"/>
              </a:rPr>
              <a:t>사번 입력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3657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400" b="0">
                <a:solidFill>
                  <a:srgbClr val="777777"/>
                </a:solidFill>
                <a:latin typeface="맑은 고딕"/>
              </a:rPr>
              <a:t>본인의 9자리 사번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645920"/>
            <a:ext cx="3657600" cy="32004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828800"/>
            <a:ext cx="365760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42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74320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맑은 고딕"/>
              </a:rPr>
              <a:t>비밀번호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383280"/>
            <a:ext cx="3657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400" b="0">
                <a:solidFill>
                  <a:srgbClr val="777777"/>
                </a:solidFill>
                <a:latin typeface="맑은 고딕"/>
              </a:rPr>
              <a:t>초기 비밀번호:
1234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45920"/>
            <a:ext cx="3657600" cy="32004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28800"/>
            <a:ext cx="365760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42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74320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0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383280"/>
            <a:ext cx="3657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400" b="0">
                <a:solidFill>
                  <a:srgbClr val="777777"/>
                </a:solidFill>
                <a:latin typeface="맑은 고딕"/>
              </a:rPr>
              <a:t>[로그인] 클릭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5212080"/>
            <a:ext cx="10332720" cy="100584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5349240"/>
            <a:ext cx="987552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500" b="1">
                <a:solidFill>
                  <a:srgbClr val="A30D24"/>
                </a:solidFill>
                <a:latin typeface="맑은 고딕"/>
              </a:rPr>
              <a:t>⚠️ 첫 로그인 후 상단 [비밀번호 변경] → 새 비밀번호(숫자 6자리 이상) + 보안 질문 등록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휴가증 작성하기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4008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457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22860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3657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맑은 고딕"/>
              </a:rPr>
              <a:t>연차 / 반차 / 반반차 / 생휴 / 하기휴가 / 결근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57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743200"/>
            <a:ext cx="22860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맑은 고딕"/>
              </a:rPr>
              <a:t>개수 입력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743200"/>
            <a:ext cx="3657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57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74720"/>
            <a:ext cx="22860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맑은 고딕"/>
              </a:rPr>
              <a:t>기간 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474720"/>
            <a:ext cx="3657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맑은 고딕"/>
              </a:rPr>
              <a:t>시작일 ~ 종료일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06240"/>
            <a:ext cx="457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06240"/>
            <a:ext cx="22860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206240"/>
            <a:ext cx="3657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37760"/>
            <a:ext cx="4572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937760"/>
            <a:ext cx="22860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맑은 고딕"/>
              </a:rPr>
              <a:t>[+ 추가]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937760"/>
            <a:ext cx="3657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777777"/>
                </a:solidFill>
                <a:latin typeface="맑은 고딕"/>
              </a:rPr>
              <a:t>클라우드에 자동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1371600"/>
            <a:ext cx="3931920" cy="45720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79" y="1554480"/>
            <a:ext cx="3657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💡 알아두세요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2103120"/>
            <a:ext cx="3657600" cy="41148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• 이름과 연락처는 자동 채워집니다
  (수정 불가)
• 한 사람이 여러 유형을 사용할 땐
  유형별로 따로 작성
  (예: 연차 + 반차 → 휴가증 2건)
• 작성하면 즉시 클라우드에 저장되어
  서무에게 자동 전달됩니다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휴가 유형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554480"/>
            <a:ext cx="10332720" cy="59436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5448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1개당 일수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4884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4884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종일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743200"/>
            <a:ext cx="10332720" cy="5943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74320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오전: 12:50 출근 / 오후: 12:00 퇴근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37560"/>
            <a:ext cx="1033272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33756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3756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33756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오전: 10:00 출근 / 오후: 15:00 퇴근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931920"/>
            <a:ext cx="10332720" cy="5943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93192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93192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생리 휴가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526280"/>
            <a:ext cx="1033272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2628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452628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52628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1개 = 연속 3일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120640"/>
            <a:ext cx="10332720" cy="59436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5120640"/>
            <a:ext cx="30175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결근 (전/오전/오후)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120640"/>
            <a:ext cx="210312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1.0 / 0.5일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120640"/>
            <a:ext cx="466344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연차 잔여 없을 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4. 내 휴가증 확인하기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맑은 고딕"/>
              </a:rPr>
              <a:t>상단 [내 휴가증] 버튼을 누르면 본인 휴가가 등록됐는지 확인 가능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18288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3200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① 본인 인증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26080"/>
            <a:ext cx="32004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이름 + 휴대폰 마지막 4자리 입력 → [조회]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18288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377440"/>
            <a:ext cx="3200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② 등록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26080"/>
            <a:ext cx="32004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처리 완료된 본인 휴가증이 ✓ 표시로 나옴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1828800"/>
          </a:xfrm>
          <a:prstGeom prst="roundRect">
            <a:avLst>
              <a:gd name="adj" fmla="val 15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377440"/>
            <a:ext cx="3200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③ 최근 14일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0"/>
            <a:ext cx="32004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맑은 고딕"/>
              </a:rPr>
              <a:t>최근 14일 내 휴가증만 표시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10698480" cy="155448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A30D24"/>
                </a:solidFill>
                <a:latin typeface="맑은 고딕"/>
              </a:rPr>
              <a:t>⚠️ 잘못 작성한 휴가증은?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0332720" cy="7315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맑은 고딕"/>
              </a:rPr>
              <a:t>작성 직후 우측 카드의 [삭제] 버튼으로 취소. 서무 처리 후엔 별도 요청 필요.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Q. 비밀번호를 잊어버렸어요.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로그인 화면 [비밀번호 찾기] 클릭 → 보안 질문 답변 후 새 비밀번호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10698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Q. 사번이 등록되어 있지 않다고 나와요.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관리자(이동준)에게 명단 추가 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10698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Q. 휴가증을 잘못 작성했어요.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70332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작성 직후 우측 카드 [삭제] 클릭. 서무 처리 후에는 서무에게 별도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51960"/>
            <a:ext cx="10698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Q. 화면이 이상하거나 옛 디자인이 보여요.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상단 ↻ 아이콘 클릭 / 또는 시크릿 창으로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106984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맑은 고딕"/>
              </a:rPr>
              <a:t>Q. ⚠ 서버 저장 실패 알림이 떠요.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777777"/>
                </a:solidFill>
                <a:latin typeface="맑은 고딕"/>
              </a:rPr>
              <a:t>→ 인터넷 연결 확인 후 다시 작성 (저장 실패한 휴가증은 서버에 전달되지 않음)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108960"/>
            <a:ext cx="2103120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맑은 고딕"/>
              </a:rPr>
              <a:t>휴가증은 본인이 직접, 빠르고 정확하게.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문의 — 관리자 이동준 (생산3팀)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맑은 고딕"/>
              </a:rPr>
              <a:t>사이트:  djlee-cosmax.github.io/Vacation-Permit-Auto-System/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