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COSMAX · 생산3팀 파우더 성형실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4800" b="1">
                <a:solidFill>
                  <a:srgbClr val="1A1A1A"/>
                </a:solidFill>
                <a:latin typeface="맑은 고딕"/>
              </a:rPr>
              <a:t>휴가증 자동 반영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515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200" b="0">
                <a:solidFill>
                  <a:srgbClr val="777777"/>
                </a:solidFill>
                <a:latin typeface="맑은 고딕"/>
              </a:rPr>
              <a:t>현장 작업자 안내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1828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5156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본인 휴대폰으로 직접 휴가증을 작성하세요.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맑은 고딕"/>
              </a:rPr>
              <a:t>발행: 2026-05-22  ·  담당: 이동준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어떻게 바뀌나요?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393192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777777"/>
                </a:solidFill>
                <a:latin typeface="맑은 고딕"/>
              </a:rPr>
              <a:t>❌  이전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4846320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종이 휴가증 작성
• 휴가증함에 제출
• 담당자가 매일 수거
• 서무가 일일이 입력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39319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✓  새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4846320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본인 휴대폰으로 사이트 접속
• 본인 휴가증 직접 작성
• 클라우드에 자동 저장
• 서무가 한 번에 자동 등록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C8102E"/>
                </a:solidFill>
                <a:latin typeface="맑은 고딕"/>
              </a:rPr>
              <a:t>→ 작성자는 그대로 본인. 종이 대신 휴대폰으로!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1. 접속 &amp; 로그인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332720" cy="8229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700" b="1">
                <a:solidFill>
                  <a:srgbClr val="C8102E"/>
                </a:solidFill>
                <a:latin typeface="맑은 고딕"/>
              </a:rPr>
              <a:t>https://djlee-cosmax.github.io/Vacation-Permit-Auto-System/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휴대폰으로 접속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Safari / Chrome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사번 + 1234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초기 비밀번호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로그인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→ 메인 화면 진입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212080"/>
            <a:ext cx="10332720" cy="10058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349240"/>
            <a:ext cx="9875520" cy="7315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A30D24"/>
                </a:solidFill>
                <a:latin typeface="맑은 고딕"/>
              </a:rPr>
              <a:t>⚠️ 첫 로그인 후 상단 [비밀번호 변경] → 새 비밀번호(숫자 6자리 이상) + 보안 질문 등록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2. 홈 화면에 추가하기 (권장)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맑은 고딕"/>
              </a:rPr>
              <a:t>휴대폰 홈 화면에 추가하면 일반 앱처럼 아이콘 한 번에 실행됩니다.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5394960" cy="34747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5029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맑은 고딕"/>
              </a:rPr>
              <a:t>📱 iOS (Safari)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5029200" cy="2468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① 사이트 접속
② 하단 가운데 공유 버튼 ⬆️ 탭
③ "홈 화면에 추가" 선택
④ 우상단 "추가" 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5029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맑은 고딕"/>
              </a:rPr>
              <a:t>🤖 Android (Chrome)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017520"/>
            <a:ext cx="5029200" cy="2468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① 사이트 접속
② 우상단 ⋮ (점 세 개) 탭
③ "홈 화면에 추가" 선택
④ "설치" 또는 "추가"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760720"/>
            <a:ext cx="10881360" cy="64008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5156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A30D24"/>
                </a:solidFill>
                <a:latin typeface="맑은 고딕"/>
              </a:rPr>
              <a:t>💡 추가 후 아이콘 탭 → 풀스크린 앱으로 실행 / 새로고침은 상단 ↻ 아이콘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3. 휴가증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왼쪽 [휴가증 작성] 카드에서: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구분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92024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연차, 반차, 생휴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6032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개수 + 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56032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예: 연차 2개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사유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0040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휴가 사유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40479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840479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[+ 추가]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840479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클라우드 자동 저장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46320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983480"/>
            <a:ext cx="512064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이름·연락처는 자동 채움 (수정 불가)
• 여러 유형은 휴가증 따로 작성
  (예: 연차+반차 = 2건)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37160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휴가 유형: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1920240"/>
            <a:ext cx="5029200" cy="5029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19202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192024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1개당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42316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24231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연차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42316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92608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292608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반차(오전/오후)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292608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0.5일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342900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342900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반반차(오전/오후)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342900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0.25일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393192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393192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생휴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393192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443484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44348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하기휴가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443484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3.0일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0" y="493776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0" y="49377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결근(전/오전/오후)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93776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1.0/0.5일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4. 내 휴가증 확인 &amp; 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내 휴가증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486400" cy="21945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5120640" cy="20116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① 상단 [내 휴가증] 클릭
② 이름 + 휴대폰 마지막 4자리 입력
③ 서무가 등록 완료한 본인 휴가증 표시
   (✓ 처리 완료 표시, 최근 14일)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06240"/>
            <a:ext cx="5486400" cy="18288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5120640" cy="1645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⚠️ 잘못 작성 시
작성 직후 우측 카드의 [삭제]로 즉시 취소.
서무 처리 후엔 별도 요청 필요.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5212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비밀번호 분실?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19456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로그인 화면 [비밀번호 찾기]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88036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사번 등록 안 됨?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24612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관리자(이동준)에게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93192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화면이 옛 디자인?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29768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상단 ↻ 아이콘 클릭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983479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서버 저장 실패?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5349239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인터넷 확인 후 재작성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91840"/>
            <a:ext cx="2103120" cy="38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맑은 고딕"/>
              </a:rPr>
              <a:t>휴가증은 본인이 직접, 빠르고 정확하게.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문의 — 관리자 이동준 (생산3팀)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맑은 고딕"/>
              </a:rPr>
              <a:t>사이트:  djlee-cosmax.github.io/Vacation-Permit-Auto-System/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