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현장 작업자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본인 휴대폰으로 직접 휴가증을 작성하세요.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2026-05-28  ·  개정: 2026-08-26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어떻게 바뀌나요?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777777"/>
                </a:solidFill>
                <a:latin typeface="맑은 고딕"/>
              </a:rPr>
              <a:t>❌  이전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종이 휴가증 작성
• 휴가증함에 제출
• 담당자가 매일 수거
• 서무가 일일이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✓  새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본인 휴대폰으로 사이트 접속
• 본인 휴가증 직접 작성
• 클라우드에 자동 저장
• 서무가 한 번에 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→ 작성자는 그대로 본인. 종이 대신 휴대폰으로!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접속 &amp; 로그인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https://djlee-cosmax.github.io/Vacation-Permit-Auto-System/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휴대폰으로 접속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Safari / Chrome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초기 비밀번호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→ 메인 화면 진입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074920"/>
            <a:ext cx="10332720" cy="12344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875520" cy="10515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A30D24"/>
                </a:solidFill>
                <a:latin typeface="맑은 고딕"/>
              </a:rPr>
              <a:t>⚠️ 첫 로그인 후 [내 정보] → [비밀번호 변경] → 새 비밀번호(숫자 6~10자리)
⏱ 10분 동안 조작이 없으면 자동 로그아웃됩니다 — 다시 로그인하면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홈 화면에 추가하기 (권장)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휴대폰 홈 화면에 추가하면 일반 앱처럼 아이콘 한 번에 실행됩니다.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📱 iOS (Safari)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하단 가운데 공유 버튼 ⬆️ 탭
③ "홈 화면에 추가" 선택
④ 우상단 "추가" 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🤖 Android (Chrome)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우상단 ⋮ (점 세 개) 탭
③ "홈 화면에 추가" 선택
④ "설치" 또는 "추가"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760720"/>
            <a:ext cx="10881360" cy="6400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5156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A30D24"/>
                </a:solidFill>
                <a:latin typeface="맑은 고딕"/>
              </a:rPr>
              <a:t>💡 추가 후 아이콘 탭 → 풀스크린 앱으로 실행 / 새로고침은 상단 ↻ 아이콘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휴가증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왼쪽 [휴가증 작성] 카드에서: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구분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연차, 반차, 생휴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6032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개수 + 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56032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예: 연차 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사유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휴가 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40479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40479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[+ 추가]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840479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클라우드 자동 저장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617720"/>
            <a:ext cx="5486400" cy="16002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512064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이름·연락처는 자동 채움 (수정 불가)
• 여러 유형은 휴가증 따로 작성 (예: 연차+반차 = 2건)
• 같은 날짜 합계 1일 초과 시 등록 차단
• 잔여보다 많이 신청하면 작성 차단
• 서무가 처리 완료한 휴가증은 재등록 불가
• 하기휴가는 1개 = 연속 3일 — 종료일 자동, 한 장으로 작성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휴가 유형: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9202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202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1개당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4231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24231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연차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4231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92608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9260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반차(오전/오후)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92608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0.5일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4290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34290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반반차(오전/오후)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342900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0.25일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393192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39319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생휴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93192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44348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44348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하기휴가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348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3.0일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93776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9377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결근(전/오전/오후)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9377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1.0/0.5일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내 휴가증 확인 &amp;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내 휴가증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0" cy="21945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5120640" cy="2011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① 상단 [내 휴가증] 클릭
② 서무가 등록 완료한 본인 휴가증이
   바로 표시됩니다.
   (✓ 처리 완료 표시, 최근 14일)
③ 위쪽에 내 잔여 휴가(개수)도 함께 표시
   연차 · 생휴 · 하기휴가(5~10월)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43400"/>
            <a:ext cx="5486400" cy="1143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5120640" cy="9601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⚠️ 잘못 작성 시
작성 직후 우측 카드의 [삭제]로 즉시 취소.
서무 처리 후엔 별도 요청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212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비밀번호 분실?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10312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서무에게 초기화 요청
     (관리자 처리 후 1234로 로그인)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잔여가 부족하다고 나옴?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97180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[내 휴가증] 상단에서 남은 개수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520439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사번 등록 안 됨?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840479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관리자(이동준)에게 요청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89120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화면이 옛 디자인?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70916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상단 ↻ 아이콘 클릭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257800"/>
            <a:ext cx="521208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서버 저장 실패?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57784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인터넷 확인 후 재작성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