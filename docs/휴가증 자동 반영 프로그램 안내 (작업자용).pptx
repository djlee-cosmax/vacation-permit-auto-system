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2026-05-22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접속 &amp; 로그인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휴대폰으로 접속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Safari /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초기 비밀번호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→ 메인 화면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212080"/>
            <a:ext cx="10332720" cy="10058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349240"/>
            <a:ext cx="987552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A30D24"/>
                </a:solidFill>
                <a:latin typeface="맑은 고딕"/>
              </a:rPr>
              <a:t>⚠️ 첫 로그인 후 상단 [비밀번호 변경] → 새 비밀번호(숫자 6자리 이상) + 보안 질문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홈 화면에 추가하기 (권장)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휴대폰 홈 화면에 추가하면 일반 앱처럼 아이콘 한 번에 실행됩니다.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📱 iOS (Safari)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하단 가운데 공유 버튼 ⬆️ 탭
③ "홈 화면에 추가" 선택
④ 우상단 "추가" 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🤖 Android (Chrome)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우상단 ⋮ (점 세 개) 탭
③ "홈 화면에 추가" 선택
④ "설치" 또는 "추가"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760720"/>
            <a:ext cx="10881360" cy="6400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5156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A30D24"/>
                </a:solidFill>
                <a:latin typeface="맑은 고딕"/>
              </a:rPr>
              <a:t>💡 추가 후 아이콘 탭 → 풀스크린 앱으로 실행 / 새로고침은 상단 ↻ 아이콘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휴가증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연차, 반차, 생휴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6032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개수 + 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56032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79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79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[+ 추가]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840479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클라우드 자동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51206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이름·연락처는 자동 채움 (수정 불가)
• 여러 유형은 휴가증 따로 작성
  (예: 연차+반차 = 2건)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휴가 유형: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9202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202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1개당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24231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4231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9260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4290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290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42900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393192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39319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93192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4348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44348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348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93776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9377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결근(전/오전/오후)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9377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1.0/0.5일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내 휴가증 확인 &amp;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내 휴가증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21945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5120640" cy="2011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① 상단 [내 휴가증] 클릭
② 이름 + 휴대폰 마지막 4자리 입력
③ 서무가 등록 완료한 본인 휴가증 표시
   (✓ 처리 완료 표시, 최근 14일)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512064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⚠️ 잘못 작성 시
작성 직후 우측 카드의 [삭제]로 즉시 취소.
서무 처리 후엔 별도 요청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212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비밀번호 분실?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19456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로그인 화면 [비밀번호 찾기]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88036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사번 등록 안 됨?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관리자(이동준)에게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화면이 옛 디자인?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9768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상단 ↻ 아이콘 클릭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983479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서버 저장 실패?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349239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인터넷 확인 후 재작성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